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NTERIOR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NTERIOR_NG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image-1004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3" name="Image 1" descr="gdex_lockup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00357A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IOR_DARK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nsf_ncar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3496" y="402336"/>
            <a:ext cx="1892808" cy="521208"/>
          </a:xfrm>
          <a:prstGeom prst="rect">
            <a:avLst/>
          </a:prstGeom>
        </p:spPr>
      </p:pic>
      <p:pic>
        <p:nvPicPr>
          <p:cNvPr id="4" name="Image 2" descr="gdex_lockup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6184" y="6126480"/>
            <a:ext cx="960120" cy="48463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.ucar.edu/rda_pg_config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NCAR/rda-python-dsquasar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ea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0"/>
            <a:ext cx="9107424" cy="6858000"/>
          </a:xfrm>
          <a:prstGeom prst="rect">
            <a:avLst/>
          </a:prstGeom>
        </p:spPr>
      </p:pic>
      <p:pic>
        <p:nvPicPr>
          <p:cNvPr id="3" name="Image 1" descr="cover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86800" cy="6858000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758952"/>
            <a:ext cx="3794760" cy="1042416"/>
          </a:xfrm>
          <a:prstGeom prst="rect">
            <a:avLst/>
          </a:prstGeom>
        </p:spPr>
      </p:pic>
      <p:pic>
        <p:nvPicPr>
          <p:cNvPr id="5" name="Image 3" descr="gdex_lockup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722376"/>
            <a:ext cx="2212848" cy="1115568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0" y="2258568"/>
            <a:ext cx="210312" cy="3429000"/>
          </a:xfrm>
          <a:prstGeom prst="rect">
            <a:avLst/>
          </a:prstGeom>
          <a:solidFill>
            <a:srgbClr val="FAA119"/>
          </a:solidFill>
          <a:ln/>
        </p:spPr>
      </p:sp>
      <p:sp>
        <p:nvSpPr>
          <p:cNvPr id="7" name="Text 1"/>
          <p:cNvSpPr/>
          <p:nvPr/>
        </p:nvSpPr>
        <p:spPr>
          <a:xfrm>
            <a:off x="923544" y="20025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AUGUST 2026</a:t>
            </a:r>
            <a:endParaRPr lang="en-US" sz="1100" dirty="0"/>
          </a:p>
        </p:txBody>
      </p:sp>
      <p:sp>
        <p:nvSpPr>
          <p:cNvPr id="8" name="Text 2"/>
          <p:cNvSpPr/>
          <p:nvPr/>
        </p:nvSpPr>
        <p:spPr>
          <a:xfrm>
            <a:off x="923544" y="23317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dsquasar: Backing Up the GDEX Archive onto Quasar</a:t>
            </a:r>
            <a:endParaRPr lang="en-US" sz="2900" dirty="0"/>
          </a:p>
        </p:txBody>
      </p:sp>
      <p:sp>
        <p:nvSpPr>
          <p:cNvPr id="9" name="Text 3"/>
          <p:cNvSpPr/>
          <p:nvPr/>
        </p:nvSpPr>
        <p:spPr>
          <a:xfrm>
            <a:off x="923544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923544" y="4581144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923544" y="4828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23544" y="5148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Engineer  •  zji@ucar.edu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923544" y="5559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 • BATCH OPERATIONS • COMPANION UTILITY TO DSARCH</a:t>
            </a:r>
            <a:endParaRPr lang="en-US" sz="950" dirty="0"/>
          </a:p>
        </p:txBody>
      </p:sp>
      <p:sp>
        <p:nvSpPr>
          <p:cNvPr id="14" name="Text 8"/>
          <p:cNvSpPr/>
          <p:nvPr/>
        </p:nvSpPr>
        <p:spPr>
          <a:xfrm>
            <a:off x="923544" y="6217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i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Tars are built through dsarch AQ, uploaded through dsglobus, and scheduled by dscheck — every step tracked in GDEXDB.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files never backed up, bundles them into large tar files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tars at once to the Quasar end points with </a:t>
            </a:r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37560"/>
            <a:ext cx="109728" cy="26974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930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877056"/>
            <a:ext cx="4279392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86784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a dataset joins the backup when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set;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refines it per group.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yet, and is picked up automatically.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gets a 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06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endParaRPr lang="en-US" sz="1200" dirty="0"/>
          </a:p>
          <a:p>
            <a:pPr marL="190500" indent="-190500">
              <a:lnSpc>
                <a:spcPct val="106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its pending records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7" name="Text 25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7" name="Text 35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console command: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backs up the whole GDEX archive onto the Quasar end points.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24912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2356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22208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70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filter, not an override. -B keeps single copy datasets, -D keeps two copy ones. Default: each dataset follows its own flag.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39572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39572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03580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218688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182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538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3877056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3877056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700016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700016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35838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35838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94360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1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never redoes finished work.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is put under Quasar backup by setting </a:t>
            </a:r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that one field is the switch, nothing else enrolls a dataset.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Value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68496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refine, they do not enroll. 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the dataset flag is set, a top-level </a:t>
            </a:r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flag is applied group by group.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498848"/>
            <a:ext cx="5532120" cy="1554480"/>
          </a:xfrm>
          <a:prstGeom prst="roundRect">
            <a:avLst>
              <a:gd name="adj" fmla="val 529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449884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 Backup Flag in the web config tool   </a:t>
            </a:r>
            <a:pPr indent="0" marL="0">
              <a:lnSpc>
                <a:spcPct val="118000"/>
              </a:lnSpc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Dataset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whole dataset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→ Group Information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sets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one group</a:t>
            </a:r>
            <a:pPr indent="0" marL="0">
              <a:lnSpc>
                <a:spcPct val="118000"/>
              </a:lnSpc>
              <a:buNone/>
            </a:pP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Per-run filter: 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limits a run to what is flagged that way; with neither, each dataset follows its own flag.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537960" y="352044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37960" y="4544568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636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66560" y="5001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53796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Drdata first, then Backup; both must succeed before the local tar is deleted.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337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1879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108960" y="418795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108960" y="480974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431536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4315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0896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96188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per type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when big enough; add the bfile record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59893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'T' records, accumulating tars until the batch hits 90 GB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it to 'N'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first, then Backup</a:t>
            </a:r>
            <a:endParaRPr lang="en-US" sz="1250" dirty="0"/>
          </a:p>
          <a:p>
            <a:pPr marL="254000" indent="-254000">
              <a:lnSpc>
                <a:spcPct val="108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250" dirty="0"/>
          </a:p>
          <a:p>
            <a:pPr marL="254000" indent="-254000">
              <a:lnSpc>
                <a:spcPct val="108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to status 'A'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38528"/>
            <a:ext cx="553212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1488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0604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99632" y="36118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calls dsglobus with the whole list, so a batch costs one request, not eighteen.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330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Re-Backing Up Files That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re-processed year. The tape copy is then stale. -c looks past the “never backed up” test and picks up files whose GDEXDB record changed recently.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547872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still waiting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plus a summary row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440680"/>
            <a:ext cx="5029200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pending tar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5000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 4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no -m, a delayed run sizes itself and reads the count back from the reserved PBS ncpus. An explicit -m always wins — including -m 1 to force a single process.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0585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MAXRUNTIME  23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0" y="2971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PBS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may hold files from many datasets. All are locked before tarring and released once it is dispatched; if any is held elsewhere, the tar waits.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07792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returns a different id.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'B' (Backup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work flagged 'D' (Backup + Drdata)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only narrow what a run processes; with neither, each dataset is backed up per its own backflag.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backup flags are set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5074920"/>
            <a:ext cx="11292840" cy="1051560"/>
          </a:xfrm>
          <a:prstGeom prst="roundRect">
            <a:avLst>
              <a:gd name="adj" fmla="val 6957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5074920"/>
            <a:ext cx="10835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ships with rda_python_dsquasar.   Backup flags are edited at </a:t>
            </a:r>
            <a:pPr indent="0" marL="0">
              <a:lnSpc>
                <a:spcPct val="110000"/>
              </a:lnSpc>
              <a:buNone/>
            </a:pPr>
            <a:r>
              <a:rPr lang="en-US" sz="130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gdex.ucar.edu/rda_pg_config/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(DSARCH → Dataset Information).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set. Check with  dsquasar -t &lt;dsid&gt; -n  first.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duplicate check working: an identical command is already queued or running.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 — the 23-hour guard, or the dataset was locked. Resolves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but not transferred. Run  -A 4 . If the local tar is gone the record resets to 'N'.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reset to 'N' and are redone from the archive.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Dead-process locks are taken over automatically. To clear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9564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dataset flagged D is written to both end points, Drdata first, so an interrupted run still leaves the DR copy complete.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27248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709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separate recovery tool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504748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extra to install: the same dsarch that stages files for the backup also reads them back. Point -RQ at a dataset and file, and it fetches the right tar from the right end point and unpacks only what you asked for.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-RQ  —  How a File Comes 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the files you want back and dsarch does the rest. The outline below is enough to run a restore; the dsarch guide covers the options in full.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29968"/>
            <a:ext cx="1129284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029968"/>
            <a:ext cx="11036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-WF &lt;web files&gt;   [-WT &lt;types&gt;]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-SF &lt;saved files&gt;  -ST &lt;types&gt;     # or -QF &lt;tar&gt; for a whole tar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76148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3464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61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the files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063240" y="2761488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-WF for web files, -SF plus -ST for saved files. -QF names a Quasar tar directly, and pulls it down without restoring anything.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56432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56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83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the tar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63240" y="33832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wfile and sfile record carries the bid of the backup it went into, so one lookup gives the tar name, its end point and its path.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00507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78224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78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40050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 it once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063240" y="40050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is transferred from gdex-quasar into the dataset work area. A tar already sitting there is reused, so several files out of one tar cost one transfer.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2686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700016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700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26864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Unpack what was asked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063240" y="462686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member list in the bfile note locates each file inside the tar — including any later rename — and only those members are extracted.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4865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21808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21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48656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Put it back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063240" y="5248656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files return to the dataset data tree or the object store, saved files to decsdata. Files still present on GDEX are left untouched.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907024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90702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are safe to repeat.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Anything already on GDEX is skipped, and each restored file is size checked against its GDEXDB record.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6070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1527048" y="1408176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4000" dirty="0"/>
          </a:p>
        </p:txBody>
      </p:sp>
      <p:sp>
        <p:nvSpPr>
          <p:cNvPr id="10" name="Shape 5"/>
          <p:cNvSpPr/>
          <p:nvPr/>
        </p:nvSpPr>
        <p:spPr>
          <a:xfrm>
            <a:off x="822960" y="2450592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024128" y="2633472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536192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dataset.backflag enrolls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536192" y="294436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Setting that one field puts a dataset under backup; dsgroup.backflag refines it. -t narrows a run, it does not override a flag.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263640" y="2450592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64808" y="2633472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17" name="Text 12"/>
          <p:cNvSpPr/>
          <p:nvPr/>
        </p:nvSpPr>
        <p:spPr>
          <a:xfrm>
            <a:off x="6464808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976872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976872" y="294436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22960" y="3694176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024128" y="3877056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Text 17"/>
          <p:cNvSpPr/>
          <p:nvPr/>
        </p:nvSpPr>
        <p:spPr>
          <a:xfrm>
            <a:off x="1024128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536192" y="38221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536192" y="41879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263640" y="3694176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464808" y="3877056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7" name="Text 22"/>
          <p:cNvSpPr/>
          <p:nvPr/>
        </p:nvSpPr>
        <p:spPr>
          <a:xfrm>
            <a:off x="6464808" y="3877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6976872" y="38221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6976872" y="41879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822960" y="4937760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24128" y="5120640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24128" y="5120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1536192" y="50657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1536192" y="54315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263640" y="4937760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00357A"/>
          </a:solidFill>
          <a:ln w="12700">
            <a:solidFill>
              <a:srgbClr val="2C6FB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464808" y="5120640"/>
            <a:ext cx="402336" cy="402336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37" name="Text 32"/>
          <p:cNvSpPr/>
          <p:nvPr/>
        </p:nvSpPr>
        <p:spPr>
          <a:xfrm>
            <a:off x="6464808" y="5120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976872" y="50657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6976872" y="54315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5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terio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365760"/>
            <a:ext cx="1024128" cy="521208"/>
          </a:xfrm>
          <a:prstGeom prst="rect">
            <a:avLst/>
          </a:prstGeom>
        </p:spPr>
      </p:pic>
      <p:pic>
        <p:nvPicPr>
          <p:cNvPr id="4" name="Image 2" descr="nsf_ncar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96" y="393192"/>
            <a:ext cx="1892808" cy="52120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25603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950" dirty="0"/>
          </a:p>
        </p:txBody>
      </p:sp>
      <p:sp>
        <p:nvSpPr>
          <p:cNvPr id="6" name="Shape 1"/>
          <p:cNvSpPr/>
          <p:nvPr/>
        </p:nvSpPr>
        <p:spPr>
          <a:xfrm>
            <a:off x="612648" y="6437376"/>
            <a:ext cx="0" cy="201168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86384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50" dirty="0"/>
          </a:p>
        </p:txBody>
      </p:sp>
      <p:sp>
        <p:nvSpPr>
          <p:cNvPr id="8" name="Text 3"/>
          <p:cNvSpPr/>
          <p:nvPr/>
        </p:nvSpPr>
        <p:spPr>
          <a:xfrm>
            <a:off x="1527048" y="1078992"/>
            <a:ext cx="9144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400" dirty="0"/>
          </a:p>
        </p:txBody>
      </p:sp>
      <p:sp>
        <p:nvSpPr>
          <p:cNvPr id="9" name="Shape 4"/>
          <p:cNvSpPr/>
          <p:nvPr/>
        </p:nvSpPr>
        <p:spPr>
          <a:xfrm>
            <a:off x="1527048" y="4160520"/>
            <a:ext cx="804672" cy="0"/>
          </a:xfrm>
          <a:prstGeom prst="line">
            <a:avLst/>
          </a:prstGeom>
          <a:noFill/>
          <a:ln w="38100">
            <a:solidFill>
              <a:srgbClr val="42C0FF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1527048" y="4434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 — dsquasar keeps a tape copy of the whole GDEX archive, run after run.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1527048" y="5166360"/>
            <a:ext cx="9144000" cy="685800"/>
          </a:xfrm>
          <a:prstGeom prst="roundRect">
            <a:avLst>
              <a:gd name="adj" fmla="val 13333"/>
            </a:avLst>
          </a:prstGeom>
          <a:solidFill>
            <a:srgbClr val="00357A"/>
          </a:solidFill>
          <a:ln w="12700">
            <a:solidFill>
              <a:srgbClr val="42C0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755648" y="516636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   •   zji@ucar.edu   •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pPr indent="0" marL="0">
              <a:buNone/>
            </a:pPr>
            <a:r>
              <a:rPr lang="en-US" sz="1250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dsquasar.usg   •   </a:t>
            </a:r>
            <a:pPr indent="0" marL="0">
              <a:buNone/>
            </a:pPr>
            <a:r>
              <a:rPr lang="en-US" sz="1250" u="sng" dirty="0">
                <a:solidFill>
                  <a:srgbClr val="D5E8FA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2026-09-10T17:23:15Z</dcterms:created>
  <dcterms:modified xsi:type="dcterms:W3CDTF">2026-09-10T17:23:15Z</dcterms:modified>
</cp:coreProperties>
</file>