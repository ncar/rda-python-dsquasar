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NCAR/rda-python-dsquasar" TargetMode="External"/><Relationship Id="rId2" Type="http://schemas.openxmlformats.org/officeDocument/2006/relationships/hyperlink" Target="https://pypi.org/project/rda-python-dsquasar" TargetMode="External"/><Relationship Id="rId3" Type="http://schemas.openxmlformats.org/officeDocument/2006/relationships/hyperlink" Target="https://github.com/NCAR/rda-python-dsquasar" TargetMode="External"/><Relationship Id="rId4" Type="http://schemas.openxmlformats.org/officeDocument/2006/relationships/image" Target="../media/image-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2560320" cy="704088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640080"/>
            <a:ext cx="1737360" cy="87782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</a:t>
            </a:r>
            <a:endParaRPr lang="en-US" sz="7800" dirty="0"/>
          </a:p>
        </p:txBody>
      </p:sp>
      <p:sp>
        <p:nvSpPr>
          <p:cNvPr id="5" name="Text 1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Backing Up the GDEX Archive onto Quasar</a:t>
            </a:r>
            <a:endParaRPr lang="en-US" sz="2400" dirty="0"/>
          </a:p>
        </p:txBody>
      </p:sp>
      <p:sp>
        <p:nvSpPr>
          <p:cNvPr id="6" name="Text 2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Gather → List → Tar → Transfer, tracked end-to-end in GDEXDB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658368" y="4892040"/>
            <a:ext cx="2585923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58368" y="4892040"/>
            <a:ext cx="25859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&amp; Disaster Recovery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3427171" y="4892040"/>
            <a:ext cx="1689811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427171" y="4892040"/>
            <a:ext cx="16898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Batch Operations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299862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299862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Updated 2026-08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Tars through  dsarch AQ  •  uploads through  dsglobus  •  scheduled by  dscheck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is dsquasar?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keeps a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tape copy of the whole GDEX archive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It finds Web and Saved files that have never been backed up, groups them into large tar files built by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AQ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then uploads many of those tars at once to the NCAR Quasar Globus end points with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dsglobus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337560"/>
            <a:ext cx="4846320" cy="2697480"/>
          </a:xfrm>
          <a:prstGeom prst="roundRect">
            <a:avLst>
              <a:gd name="adj" fmla="val 3390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520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Driven entirely by GDEXDB flags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931920"/>
            <a:ext cx="4434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configured per run: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dataset.backflag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dsgroup.backflag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say what to back up.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Any file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 = 0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not backed up yet and is picked up automatically.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tar file gets a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bfile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record whose status tracks it from list to tape.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is resumable: a run that stops leaves the pending records for the next run.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⌕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Gather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find Web/Saved files still to back up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≡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write dsarch input files, add bfile records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▣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bundle into &gt;=5 GB tar files via dsarch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dsglobus batches to gdex-quasar (+drdata)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Verify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compare sizes on tape, reset if wrong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▤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 &amp; email for specialists</a:t>
            </a:r>
            <a:endParaRPr lang="en-US" sz="120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IT &amp; LEARN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&amp; Resources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691640"/>
            <a:ext cx="3602736" cy="128016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075688"/>
            <a:ext cx="566928" cy="56692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⌥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1732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code, issues, and contributions.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3703320"/>
            <a:ext cx="2798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NCAR/rda-python-dsquasar.git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github.com/NCAR/rda-python-dsquasar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97680" y="1691640"/>
            <a:ext cx="3602736" cy="128016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0" y="2075688"/>
            <a:ext cx="566928" cy="56692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5780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PyPI Package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the released package with pip; pulls in rda_python_common and rda_python_dsarch.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21" name="Text 19"/>
          <p:cNvSpPr/>
          <p:nvPr/>
        </p:nvSpPr>
        <p:spPr>
          <a:xfrm>
            <a:off x="4700016" y="3703320"/>
            <a:ext cx="2798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rda_python_dsquasar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pypi.org/project/rda-python-dsquasar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3816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8160" y="1691640"/>
            <a:ext cx="3602736" cy="128016"/>
          </a:xfrm>
          <a:prstGeom prst="rect">
            <a:avLst/>
          </a:prstGeom>
          <a:solidFill>
            <a:srgbClr val="C25E00"/>
          </a:solidFill>
          <a:ln/>
        </p:spPr>
      </p:sp>
      <p:sp>
        <p:nvSpPr>
          <p:cNvPr id="26" name="Shape 24"/>
          <p:cNvSpPr/>
          <p:nvPr/>
        </p:nvSpPr>
        <p:spPr>
          <a:xfrm>
            <a:off x="8412480" y="2075688"/>
            <a:ext cx="566928" cy="566928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841248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▤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09828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Built-in Help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1248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full usage document ships with the package and is shown by -h.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41248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1837"/>
          </a:solidFill>
          <a:ln/>
        </p:spPr>
      </p:sp>
      <p:sp>
        <p:nvSpPr>
          <p:cNvPr id="31" name="Text 29"/>
          <p:cNvSpPr/>
          <p:nvPr/>
        </p:nvSpPr>
        <p:spPr>
          <a:xfrm>
            <a:off x="8540496" y="3703320"/>
            <a:ext cx="27980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-h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renders dsquasar.usg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412480" y="4800600"/>
            <a:ext cx="3054096" cy="0"/>
          </a:xfrm>
          <a:prstGeom prst="line">
            <a:avLst/>
          </a:prstGeom>
          <a:noFill/>
          <a:ln w="12700">
            <a:solidFill>
              <a:srgbClr val="A9D6F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1248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src/rda_python_dsquasar/dsquasar.usg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57200" y="59893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console commands: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(Quasar backup),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tacctar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(build TACC tar bundles), 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taccrec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(recover from TACC bundles).</a:t>
            </a:r>
            <a:endParaRPr lang="en-US" sz="1300" dirty="0"/>
          </a:p>
        </p:txBody>
      </p:sp>
      <p:pic>
        <p:nvPicPr>
          <p:cNvPr id="35" name="Image 0" descr="nsf_ncar_logo_colo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Four-Stage Backup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4188" y="2267712"/>
            <a:ext cx="640080" cy="64008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150418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58368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GDEX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04088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 &amp; Saved files with bid = 0 on disk or object store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99816" y="2011680"/>
            <a:ext cx="347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465576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02836" y="2267712"/>
            <a:ext cx="640080" cy="64008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2" name="Text 10"/>
          <p:cNvSpPr/>
          <p:nvPr/>
        </p:nvSpPr>
        <p:spPr>
          <a:xfrm>
            <a:off x="440283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557016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Lists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02736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input files + bfile record, status 'N'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98464" y="2011680"/>
            <a:ext cx="347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364224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01484" y="2267712"/>
            <a:ext cx="640080" cy="64008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8" name="Text 16"/>
          <p:cNvSpPr/>
          <p:nvPr/>
        </p:nvSpPr>
        <p:spPr>
          <a:xfrm>
            <a:off x="730148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55664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01384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on gdex-glade by dsarch AQ -TO, status 'T'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897112" y="2011680"/>
            <a:ext cx="3474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9262872" y="201168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011837"/>
          </a:solidFill>
          <a:ln w="25400">
            <a:solidFill>
              <a:srgbClr val="01183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200132" y="2267712"/>
            <a:ext cx="640080" cy="640080"/>
          </a:xfrm>
          <a:prstGeom prst="ellipse">
            <a:avLst/>
          </a:prstGeom>
          <a:solidFill>
            <a:srgbClr val="011837"/>
          </a:solidFill>
          <a:ln/>
        </p:spPr>
      </p:sp>
      <p:sp>
        <p:nvSpPr>
          <p:cNvPr id="24" name="Text 22"/>
          <p:cNvSpPr/>
          <p:nvPr/>
        </p:nvSpPr>
        <p:spPr>
          <a:xfrm>
            <a:off x="1020013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354312" y="2999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Quasar Tape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0032" y="34747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dsglobus transfer to gdex-quasar (+drdata), status 'A'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828800" y="434340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1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</a:t>
            </a:r>
            <a:pPr algn="ctr" indent="0" marL="0"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2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</a:t>
            </a:r>
            <a:pPr algn="ctr" indent="0" marL="0">
              <a:buNone/>
            </a:pPr>
            <a:r>
              <a:rPr lang="en-US" sz="14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⌘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3 is the workhorse.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runs stages 1 and 2 together: files listed this run are tarred immediately, and existing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'N'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records left by an earlier run are picked up too.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then moves the tars to tape. Use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7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the full chain in one run.</a:t>
            </a:r>
            <a:endParaRPr lang="en-US" sz="1400" dirty="0"/>
          </a:p>
        </p:txBody>
      </p:sp>
      <p:pic>
        <p:nvPicPr>
          <p:cNvPr id="32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dsquasar Reads and Writes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57C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Flags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/ dsgroup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backflag 'B' — Backup copy only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backflag 'D' — Backup + Drdata copy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backflag 'N' — do not back up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flag 'P' inherits the dataset flag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dataset.pid / lockhost — the run lock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2DB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2DB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Files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wfile / sfile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 + update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bid = 0 ⇒ not backed up yet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bid = &lt;bfile&gt; ⇒ inside that tar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data_size / checksum / timestamps re-verified on disk before tarring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locflag 'O' files are pulled from object storage first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File Record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bfile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write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record per tar file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'N' → 'T' → 'A'</a:t>
            </a:r>
            <a:endParaRPr lang="en-US" sz="13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type 'B' or 'D'; dsids lists extra datasets</a:t>
            </a:r>
            <a:endParaRPr lang="en-US" sz="130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note holds the whole input-file listing — the manifest of what is inside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note is the recovery key:  </a:t>
            </a:r>
            <a:pPr algn="ctr" indent="0" marL="0">
              <a:buNone/>
            </a:pPr>
            <a:r>
              <a:rPr lang="en-US" sz="13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records every member file, its size and checksum, so a tar can be re-listed, re-tarred, or restored without re-reading the archive.</a:t>
            </a:r>
            <a:endParaRPr lang="en-US" sz="1300" dirty="0"/>
          </a:p>
        </p:txBody>
      </p:sp>
      <p:pic>
        <p:nvPicPr>
          <p:cNvPr id="23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11837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</a:t>
            </a:r>
            <a:pPr indent="0" marL="0">
              <a:buNone/>
            </a:pPr>
            <a:r>
              <a:rPr lang="en-US" sz="2000" b="1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(-a | -t dNNNNNN…) </a:t>
            </a:r>
            <a:pPr indent="0" marL="0">
              <a:buNone/>
            </a:pPr>
            <a:r>
              <a:rPr lang="en-US" sz="2000" b="1" dirty="0">
                <a:solidFill>
                  <a:srgbClr val="F0A0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[-A Bits] </a:t>
            </a:r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[-B|-D] </a:t>
            </a:r>
            <a:pPr indent="0" marL="0">
              <a:buNone/>
            </a:pPr>
            <a:r>
              <a:rPr lang="en-US" sz="2000" b="1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[Run…] </a:t>
            </a:r>
            <a:pPr indent="0" marL="0">
              <a:buNone/>
            </a:pPr>
            <a:r>
              <a:rPr lang="en-US" sz="20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[-e|-E]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42C0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Scope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76656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42C0FF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18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6656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Which datasets. -a walks every dataset with a Backup flag; -t takes IDs and accepts the SQL wildcard %.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C25E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4448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3584448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C25E00"/>
          </a:solidFill>
          <a:ln/>
        </p:spPr>
      </p:sp>
      <p:sp>
        <p:nvSpPr>
          <p:cNvPr id="14" name="Text 12"/>
          <p:cNvSpPr/>
          <p:nvPr/>
        </p:nvSpPr>
        <p:spPr>
          <a:xfrm>
            <a:off x="3584448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Bits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84448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to do, as a bitmask: 1 list, 2 tar, 4 transfer, 8 check, 16 stats. Defaults to 3.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72784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9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Copies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6492240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 | -D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Which end points. -B Backup only, -D Backup + Drdata. Default: both.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180576" y="2697480"/>
            <a:ext cx="2688336" cy="2194560"/>
          </a:xfrm>
          <a:prstGeom prst="roundRect">
            <a:avLst>
              <a:gd name="adj" fmla="val 4167"/>
            </a:avLst>
          </a:prstGeom>
          <a:solidFill>
            <a:srgbClr val="DCEBF7"/>
          </a:solidFill>
          <a:ln w="25400">
            <a:solidFill>
              <a:srgbClr val="0092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00032" y="2880360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control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9400032" y="3355848"/>
            <a:ext cx="2249424" cy="365760"/>
          </a:xfrm>
          <a:prstGeom prst="roundRect">
            <a:avLst>
              <a:gd name="adj" fmla="val 20000"/>
            </a:avLst>
          </a:prstGeom>
          <a:solidFill>
            <a:srgbClr val="0092DB"/>
          </a:solidFill>
          <a:ln/>
        </p:spPr>
      </p:sp>
      <p:sp>
        <p:nvSpPr>
          <p:cNvPr id="24" name="Text 22"/>
          <p:cNvSpPr/>
          <p:nvPr/>
        </p:nvSpPr>
        <p:spPr>
          <a:xfrm>
            <a:off x="9400032" y="3355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 -d -m -l -n -W -w -u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400032" y="38404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runs: background, PBS delay, processes, locking, dry run, worker slots.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512064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51663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Notes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either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must be given, otherwise the usage is shown  • 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wins over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with a warning  •  the run always chdir's to the shared Quasar work directory  • 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-h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prints the full usage document.</a:t>
            </a:r>
            <a:endParaRPr lang="en-US" sz="1300" dirty="0"/>
          </a:p>
        </p:txBody>
      </p:sp>
      <p:pic>
        <p:nvPicPr>
          <p:cNvPr id="2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QUICK START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Commands That Cover Most Work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73736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700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See what is waiting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34440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Counts only — gathers and reports, performs no backup.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58368" y="2487168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487168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0" y="1737360"/>
            <a:ext cx="457200" cy="457200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976872" y="1700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 up one dataset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976872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the input lists and build the tar files.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0" y="2487168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17" name="Text 15"/>
          <p:cNvSpPr/>
          <p:nvPr/>
        </p:nvSpPr>
        <p:spPr>
          <a:xfrm>
            <a:off x="6528816" y="2487168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3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145536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8368" y="3328416"/>
            <a:ext cx="457200" cy="45720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3444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Send the tars to tape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34440" y="36484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Batches built tars into &gt;=90 GB dsglobus transfers.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58368" y="4078224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078224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4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99632" y="3145536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0800" y="3328416"/>
            <a:ext cx="457200" cy="457200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976872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nightly production run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976872" y="36484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flagged datasets, in the background, as a PBS batch job with email.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0" y="4078224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31" name="Text 29"/>
          <p:cNvSpPr/>
          <p:nvPr/>
        </p:nvSpPr>
        <p:spPr>
          <a:xfrm>
            <a:off x="6528816" y="4078224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3 -e -b -d PBS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4736592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58368" y="4919472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34" name="Text 32"/>
          <p:cNvSpPr/>
          <p:nvPr/>
        </p:nvSpPr>
        <p:spPr>
          <a:xfrm>
            <a:off x="658368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234440" y="48828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 on everything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234440" y="52395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statistics for all datasets, mailed to the specialist.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58368" y="5669280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38" name="Text 36"/>
          <p:cNvSpPr/>
          <p:nvPr/>
        </p:nvSpPr>
        <p:spPr>
          <a:xfrm>
            <a:off x="786384" y="5669280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16 -e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199632" y="4736592"/>
            <a:ext cx="5532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00800" y="4919472"/>
            <a:ext cx="457200" cy="457200"/>
          </a:xfrm>
          <a:prstGeom prst="ellipse">
            <a:avLst/>
          </a:prstGeom>
          <a:solidFill>
            <a:srgbClr val="53565A"/>
          </a:solidFill>
          <a:ln/>
        </p:spPr>
      </p:sp>
      <p:sp>
        <p:nvSpPr>
          <p:cNvPr id="41" name="Text 39"/>
          <p:cNvSpPr/>
          <p:nvPr/>
        </p:nvSpPr>
        <p:spPr>
          <a:xfrm>
            <a:off x="6400800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6976872" y="48828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Clear a stale lock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976872" y="52395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Unlock datasets left locked by a crashed run.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400800" y="5669280"/>
            <a:ext cx="5129784" cy="420624"/>
          </a:xfrm>
          <a:prstGeom prst="roundRect">
            <a:avLst>
              <a:gd name="adj" fmla="val 10870"/>
            </a:avLst>
          </a:prstGeom>
          <a:solidFill>
            <a:srgbClr val="011837"/>
          </a:solidFill>
          <a:ln/>
        </p:spPr>
      </p:sp>
      <p:sp>
        <p:nvSpPr>
          <p:cNvPr id="45" name="Text 43"/>
          <p:cNvSpPr/>
          <p:nvPr/>
        </p:nvSpPr>
        <p:spPr>
          <a:xfrm>
            <a:off x="6528816" y="5669280"/>
            <a:ext cx="4873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d123456 -u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7200" y="60533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 is incremental.  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file is a candidate only while </a:t>
            </a:r>
            <a:pPr algn="ctr"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 = 0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so re-running a command never re-backs up work that already succeeded.</a:t>
            </a:r>
            <a:endParaRPr lang="en-US" sz="1300" dirty="0"/>
          </a:p>
        </p:txBody>
      </p:sp>
      <p:pic>
        <p:nvPicPr>
          <p:cNvPr id="47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8" name="Text 4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Flags: What Gets Two Copies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44805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 in dataset.backflag / dsgroup.backflag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'B'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Quasar Backup only — endpoint gdex-quasar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'D'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+ Drdata — also gdex-quasar-drdata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'N'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Not backed up at all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'P'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Group level only: inherit the dataset's flag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03320"/>
            <a:ext cx="5532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flags win.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any top-level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dsgroup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carries its own flag, dsquasar walks the dataset group by group and applies each group's flag; groups flagged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'N'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are skipped. A dataset with no group flags is treated as one unit.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7200" y="502920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5074920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Command-line override:  </a:t>
            </a:r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</a:t>
            </a:r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</a:t>
            </a:r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</a:t>
            </a:r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narrows a run to just that copy — they are mutually exclusive, and giving neither works on both.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199632" y="1554480"/>
            <a:ext cx="5532120" cy="4526280"/>
          </a:xfrm>
          <a:prstGeom prst="roundRect">
            <a:avLst>
              <a:gd name="adj" fmla="val 2020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Globus end points, one source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949440" y="228600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011837"/>
          </a:solidFill>
          <a:ln/>
        </p:spPr>
      </p:sp>
      <p:sp>
        <p:nvSpPr>
          <p:cNvPr id="11" name="Text 8"/>
          <p:cNvSpPr/>
          <p:nvPr/>
        </p:nvSpPr>
        <p:spPr>
          <a:xfrm>
            <a:off x="6949440" y="228600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gdex-glade
</a:t>
            </a:r>
            <a:pPr algn="ctr" indent="0" marL="0"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files built on disk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503920" y="31089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6537960" y="3584448"/>
            <a:ext cx="4846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66560" y="36941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gdex-quasar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766560" y="405993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copy — always written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537960" y="4681728"/>
            <a:ext cx="4846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66560" y="479145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gdex-quasar-drdata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766560" y="515721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Disaster-recovery copy — only for flag 'D'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6537960" y="56235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'D' backup writes the Drdata copy first, then the Backup copy; both must succeed before the local tar is deleted and the record is marked 'A'.</a:t>
            </a:r>
            <a:endParaRPr lang="en-US" sz="1150" dirty="0"/>
          </a:p>
        </p:txBody>
      </p:sp>
      <p:pic>
        <p:nvPicPr>
          <p:cNvPr id="2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-A Action Bitmask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Input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 Web/Saved files, add bfile records 'N'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Backup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&gt;=5 GB tars from 'N' lists → 'T'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C25E00"/>
          </a:solidFill>
          <a:ln w="12700">
            <a:solidFill>
              <a:srgbClr val="C25E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+ Tar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default, and the normal production run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dsglobus batches of 'T' tars to Quasar → 'A'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6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+ Transfer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then ship in one run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7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chain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list, tar, and ship end to end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8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compare sizes on tape, reset bad ones to 'N'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16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dump counts for done and pending work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really is a bitmask.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= 1+2, 6 = 2+4, 7 = 1+2+4 — only those combinations are accepted.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are single-process bookkeeping actions;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03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are the batch actions that get PBS cpus and multi-processing.</a:t>
            </a:r>
            <a:endParaRPr lang="en-US" sz="1350" dirty="0"/>
          </a:p>
        </p:txBody>
      </p:sp>
      <p:pic>
        <p:nvPicPr>
          <p:cNvPr id="3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RECORDS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Status Lifecycle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234440" y="169164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DCEBF7"/>
          </a:solidFill>
          <a:ln w="2540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53896" y="1920240"/>
            <a:ext cx="658368" cy="658368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1453896" y="1920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'N'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240280" y="1901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90472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list exists, the tar does not yet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69080" y="1691640"/>
            <a:ext cx="548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617720" y="169164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DCEBF7"/>
          </a:solidFill>
          <a:ln w="25400">
            <a:solidFill>
              <a:srgbClr val="0097A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37176" y="1920240"/>
            <a:ext cx="658368" cy="658368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2" name="Text 10"/>
          <p:cNvSpPr/>
          <p:nvPr/>
        </p:nvSpPr>
        <p:spPr>
          <a:xfrm>
            <a:off x="4837176" y="1920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'T'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623560" y="1901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73752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built on gdex-glade, not on tape yet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452360" y="1691640"/>
            <a:ext cx="548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001000" y="1691640"/>
            <a:ext cx="2834640" cy="1600200"/>
          </a:xfrm>
          <a:prstGeom prst="roundRect">
            <a:avLst>
              <a:gd name="adj" fmla="val 5714"/>
            </a:avLst>
          </a:prstGeom>
          <a:solidFill>
            <a:srgbClr val="011837"/>
          </a:solidFill>
          <a:ln w="25400">
            <a:solidFill>
              <a:srgbClr val="01183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0456" y="1920240"/>
            <a:ext cx="658368" cy="658368"/>
          </a:xfrm>
          <a:prstGeom prst="ellipse">
            <a:avLst/>
          </a:prstGeom>
          <a:solidFill>
            <a:srgbClr val="011837"/>
          </a:solidFill>
          <a:ln/>
        </p:spPr>
      </p:sp>
      <p:sp>
        <p:nvSpPr>
          <p:cNvPr id="18" name="Text 16"/>
          <p:cNvSpPr/>
          <p:nvPr/>
        </p:nvSpPr>
        <p:spPr>
          <a:xfrm>
            <a:off x="8220456" y="19202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'A'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006840" y="190195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57032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Quasar; the local tar has been deleted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286000" y="33375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2 / -A 3</a:t>
            </a:r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</a:t>
            </a:r>
            <a:pPr algn="ctr"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 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37947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 also move backwards — that is the self-healing part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4206240"/>
            <a:ext cx="1124712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206240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'T' → 'N'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108960" y="4206240"/>
            <a:ext cx="8412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local tar file is missing when a transfer is prepared, so the tar is rebuilt from the stored input lists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57200" y="4919472"/>
            <a:ext cx="1124712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4919472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 → 'N'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108960" y="4919472"/>
            <a:ext cx="8412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8 finds the file absent or the wrong size on the end point, so the whole tar is redone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57200" y="5632704"/>
            <a:ext cx="1124712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632704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dropped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108960" y="5632704"/>
            <a:ext cx="8412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reports every member file as already backed up elsewhere, so the duplicate placeholder is deleted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3093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Because status drives everything, an interrupted run is never a problem: whatever is still </a:t>
            </a:r>
            <a:pPr algn="ctr" indent="0" marL="0">
              <a:buNone/>
            </a:pPr>
            <a:r>
              <a:rPr lang="en-US" sz="12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'N'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or </a:t>
            </a:r>
            <a:pPr algn="ctr" indent="0" marL="0">
              <a:buNone/>
            </a:pPr>
            <a:r>
              <a:rPr lang="en-US" sz="12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'T'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simply picked up by the next run.</a:t>
            </a:r>
            <a:endParaRPr lang="en-US" sz="1250" dirty="0"/>
          </a:p>
        </p:txBody>
      </p:sp>
      <p:pic>
        <p:nvPicPr>
          <p:cNvPr id="33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1 Deep Dive: Building the Input Lists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each flagged dataset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 the dataset, then re-gather its files under the lock</a:t>
            </a:r>
            <a:endParaRPr lang="en-US" sz="135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Skip files already listed in an open 'N' record</a:t>
            </a:r>
            <a:endParaRPr lang="en-US" sz="135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 each file on disk or object storage; fix size, checksum and timestamp in GDEXDB if they drifted</a:t>
            </a:r>
            <a:endParaRPr lang="en-US" sz="135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Append a line per file to a dsarch input file, one per dataset and file type</a:t>
            </a:r>
            <a:endParaRPr lang="en-US" sz="135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 the group once it is big enough and add the bfile placeholder record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4572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 layout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4919472"/>
            <a:ext cx="5074920" cy="1005840"/>
          </a:xfrm>
          <a:prstGeom prst="roundRect">
            <a:avLst>
              <a:gd name="adj" fmla="val 4545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4919472"/>
            <a:ext cx="48188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DS&lt;=&gt;d123456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WF&lt;:&gt;WT&lt;:&gt;SZ&lt;:&gt;MC&lt;:&gt;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file.nc&lt;:&gt;data&lt;:&gt;2147483648&lt;:&gt;3f1c…&lt;:&gt;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199632" y="157276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is a tar big enough?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65960"/>
          <a:ext cx="5532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69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Threshold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Rule applied while accumulating files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5E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 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 single file alone is enough to be its own tar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normal target size while under 100 files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GB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accepted minimum once 100 files have piled up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25E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65 datasets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hard cap on datasets sharing one tar file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6199632" y="3794760"/>
            <a:ext cx="5532120" cy="1234440"/>
          </a:xfrm>
          <a:prstGeom prst="roundRect">
            <a:avLst>
              <a:gd name="adj" fmla="val 7407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28232" y="3840480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Small files are the reason.  </a:t>
            </a:r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Tape wants few large files, so many tiny files are packed together — across datasets if need be — while a single very large file is never split.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199632" y="513892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Resulting tar file name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199632" y="548640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16" name="Text 13"/>
          <p:cNvSpPr/>
          <p:nvPr/>
        </p:nvSpPr>
        <p:spPr>
          <a:xfrm>
            <a:off x="6327648" y="5486400"/>
            <a:ext cx="5276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G001/d123456_sn40321_dn3_fn218.tar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199632" y="598932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subpath / dsid _ bid _ dataset count _ file count</a:t>
            </a:r>
            <a:endParaRPr lang="en-US" sz="1100" dirty="0"/>
          </a:p>
        </p:txBody>
      </p:sp>
      <p:pic>
        <p:nvPicPr>
          <p:cNvPr id="1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2 Deep Dive: Building the Tar Files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011837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5544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d123456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0A0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-QT D -QF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G001/d123456_sn40321_dn3_fn218.tar 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-TO -OE -MD -IF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d123456_W_40321.txt …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6974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26974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Quasar — pack the listed files into one tar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5532120" cy="420624"/>
          </a:xfrm>
          <a:prstGeom prst="rect">
            <a:avLst/>
          </a:prstGeom>
          <a:solidFill>
            <a:srgbClr val="DCEBF7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1546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00200" y="31546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copy type: 'B' Backup only, or 'D' Backup + Drdata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6118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-QF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00200" y="36118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tar file name recorded in the bfile record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4069080"/>
            <a:ext cx="5532120" cy="420624"/>
          </a:xfrm>
          <a:prstGeom prst="rect">
            <a:avLst/>
          </a:prstGeom>
          <a:solidFill>
            <a:srgbClr val="DCEBF7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0690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-TO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00200" y="40690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Only — build the tar, do not upload it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5262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5262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00200" y="45262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overwrite an existing Quasar file of that name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4983480"/>
            <a:ext cx="5532120" cy="420624"/>
          </a:xfrm>
          <a:prstGeom prst="rect">
            <a:avLst/>
          </a:prstGeom>
          <a:solidFill>
            <a:srgbClr val="DCEBF7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9834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600200" y="49834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 on any specialist's dataset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440680"/>
            <a:ext cx="55321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A9D6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440680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-IF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600200" y="544068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input files listing what goes into the tar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99632" y="269748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275234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child per tar file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302666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With -m N, each tar file is handed to its own child process, so tarring scales widely across cpus.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99632" y="356616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0" y="362102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Missing lists are rebuilt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00800" y="389534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note holds a copy of every input file, so a list deleted from the work directory is written back out before tarring.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199632" y="443484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0" y="448970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 before it counts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0" y="476402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After the children finish, the confirmed counts are re-read from GDEXDB, so the summary reports work that actually reached status 'T'.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199632" y="5303520"/>
            <a:ext cx="5532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0" y="535838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Duplicates are dropped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400800" y="5632704"/>
            <a:ext cx="5166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dsarch reports every member as already backed up under a different tar, the placeholder record and its lists are removed.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60350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an -A 3 run both phases tar.  </a:t>
            </a:r>
            <a:pPr algn="ctr" indent="0" marL="0">
              <a:buNone/>
            </a:pPr>
            <a:r>
              <a:rPr lang="en-US" sz="13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list created this run is tarred right away, and any 'N' record left over from before is tarred too.</a:t>
            </a:r>
            <a:endParaRPr lang="en-US" sz="1300" dirty="0"/>
          </a:p>
        </p:txBody>
      </p:sp>
      <p:pic>
        <p:nvPicPr>
          <p:cNvPr id="4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41" name="Text 3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4 Deep Dive: Transferring to Quasar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each batch of tar files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Walk the status 'T' records and accumulate tars until the batch reaches 90 GB</a:t>
            </a:r>
            <a:endParaRPr lang="en-US" sz="135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Confirm each tar still exists on gdex-glade; if not, reset that record to 'N' to be rebuilt</a:t>
            </a:r>
            <a:endParaRPr lang="en-US" sz="135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 the whole list to dsglobus as one transfer — Drdata first when the flag is 'D', then Backup</a:t>
            </a:r>
            <a:endParaRPr lang="en-US" sz="135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Wait for both transfers to report finished</a:t>
            </a:r>
            <a:endParaRPr lang="en-US" sz="135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Delete the local tars and set every record in the batch to status 'A'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493776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9834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or nothing. 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If either copy fails, no local tar is deleted and no record advances — the whole batch is retried by a later run.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199632" y="157276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batch to 90 GB?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99632" y="1965960"/>
            <a:ext cx="5532120" cy="2011680"/>
          </a:xfrm>
          <a:prstGeom prst="roundRect">
            <a:avLst>
              <a:gd name="adj" fmla="val 4545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4652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2" name="Shape 10"/>
          <p:cNvSpPr/>
          <p:nvPr/>
        </p:nvSpPr>
        <p:spPr>
          <a:xfrm>
            <a:off x="699516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3" name="Shape 11"/>
          <p:cNvSpPr/>
          <p:nvPr/>
        </p:nvSpPr>
        <p:spPr>
          <a:xfrm>
            <a:off x="754380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4" name="Shape 12"/>
          <p:cNvSpPr/>
          <p:nvPr/>
        </p:nvSpPr>
        <p:spPr>
          <a:xfrm>
            <a:off x="809244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5" name="Shape 13"/>
          <p:cNvSpPr/>
          <p:nvPr/>
        </p:nvSpPr>
        <p:spPr>
          <a:xfrm>
            <a:off x="864108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6" name="Shape 14"/>
          <p:cNvSpPr/>
          <p:nvPr/>
        </p:nvSpPr>
        <p:spPr>
          <a:xfrm>
            <a:off x="918972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7" name="Shape 15"/>
          <p:cNvSpPr/>
          <p:nvPr/>
        </p:nvSpPr>
        <p:spPr>
          <a:xfrm>
            <a:off x="973836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8" name="Shape 16"/>
          <p:cNvSpPr/>
          <p:nvPr/>
        </p:nvSpPr>
        <p:spPr>
          <a:xfrm>
            <a:off x="1028700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19" name="Shape 17"/>
          <p:cNvSpPr/>
          <p:nvPr/>
        </p:nvSpPr>
        <p:spPr>
          <a:xfrm>
            <a:off x="10835640" y="22402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0" name="Shape 18"/>
          <p:cNvSpPr/>
          <p:nvPr/>
        </p:nvSpPr>
        <p:spPr>
          <a:xfrm>
            <a:off x="644652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1" name="Shape 19"/>
          <p:cNvSpPr/>
          <p:nvPr/>
        </p:nvSpPr>
        <p:spPr>
          <a:xfrm>
            <a:off x="699516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2" name="Shape 20"/>
          <p:cNvSpPr/>
          <p:nvPr/>
        </p:nvSpPr>
        <p:spPr>
          <a:xfrm>
            <a:off x="754380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3" name="Shape 21"/>
          <p:cNvSpPr/>
          <p:nvPr/>
        </p:nvSpPr>
        <p:spPr>
          <a:xfrm>
            <a:off x="809244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4" name="Shape 22"/>
          <p:cNvSpPr/>
          <p:nvPr/>
        </p:nvSpPr>
        <p:spPr>
          <a:xfrm>
            <a:off x="864108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5" name="Shape 23"/>
          <p:cNvSpPr/>
          <p:nvPr/>
        </p:nvSpPr>
        <p:spPr>
          <a:xfrm>
            <a:off x="918972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6" name="Shape 24"/>
          <p:cNvSpPr/>
          <p:nvPr/>
        </p:nvSpPr>
        <p:spPr>
          <a:xfrm>
            <a:off x="973836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7" name="Shape 25"/>
          <p:cNvSpPr/>
          <p:nvPr/>
        </p:nvSpPr>
        <p:spPr>
          <a:xfrm>
            <a:off x="1028700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8" name="Shape 26"/>
          <p:cNvSpPr/>
          <p:nvPr/>
        </p:nvSpPr>
        <p:spPr>
          <a:xfrm>
            <a:off x="10835640" y="2697480"/>
            <a:ext cx="457200" cy="347472"/>
          </a:xfrm>
          <a:prstGeom prst="roundRect">
            <a:avLst>
              <a:gd name="adj" fmla="val 10526"/>
            </a:avLst>
          </a:prstGeom>
          <a:solidFill>
            <a:srgbClr val="0097A7"/>
          </a:solidFill>
          <a:ln/>
        </p:spPr>
      </p:sp>
      <p:sp>
        <p:nvSpPr>
          <p:cNvPr id="29" name="Text 27"/>
          <p:cNvSpPr/>
          <p:nvPr/>
        </p:nvSpPr>
        <p:spPr>
          <a:xfrm>
            <a:off x="6446520" y="3200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tar files × 5 GB  =  one 90 GB dsglobus transfer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46520" y="35204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 AQ can upload a tar as it builds it, but only one at a time. dsquasar instead calls dsglobus directly with the whole list, so a batch costs one transfer request rather than eighteen. Each batch is also the unit of parallelism — one child process per batch.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99632" y="411480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and destination paths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199632" y="4462272"/>
            <a:ext cx="5532120" cy="914400"/>
          </a:xfrm>
          <a:prstGeom prst="roundRect">
            <a:avLst>
              <a:gd name="adj" fmla="val 5000"/>
            </a:avLst>
          </a:prstGeom>
          <a:solidFill>
            <a:srgbClr val="011837"/>
          </a:solidFill>
          <a:ln/>
        </p:spPr>
      </p:sp>
      <p:sp>
        <p:nvSpPr>
          <p:cNvPr id="33" name="Text 31"/>
          <p:cNvSpPr/>
          <p:nvPr/>
        </p:nvSpPr>
        <p:spPr>
          <a:xfrm>
            <a:off x="6327648" y="4462272"/>
            <a:ext cx="5276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/data/gdex-quasar/d123456/&lt;tar&gt;      (Web)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/decsdata/gdex-quasar/d123456/&lt;tar&gt;  (Saved)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   /d123456/G001/&lt;tar&gt;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99632" y="5486400"/>
            <a:ext cx="553212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548640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Single worker only.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Transfers claim tars without dataset locks, so -A 4 never runs two workers.</a:t>
            </a:r>
            <a:endParaRPr lang="en-US" sz="1150" dirty="0"/>
          </a:p>
        </p:txBody>
      </p:sp>
      <p:pic>
        <p:nvPicPr>
          <p:cNvPr id="36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CHANGED FILES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-c ChangeDays  —  Re-Backing Up What Moved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5532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file already on tape can be replaced on disk: a corrected version, a re-generated grid, a re-processed year. The tape copy is then stale. -c tells dsquasar to look past the “never backed up” test and pick up files whose GDEXDB record changed recently.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514600"/>
            <a:ext cx="553212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2514600"/>
            <a:ext cx="5276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1 -c 30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15468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meaningful with -A 1 — the gather step is what decides which files land in the input lists. Must be greater than 0.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370332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changes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4041648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4041648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719072" y="4041648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adds files with a recent change date, even if they already have a backup record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736592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4736592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name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719072" y="4736592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gets a  _changed  suffix so the re-backup is obvious on tape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5431536"/>
            <a:ext cx="5532120" cy="603504"/>
          </a:xfrm>
          <a:prstGeom prst="roundRect">
            <a:avLst>
              <a:gd name="adj" fmla="val 10606"/>
            </a:avLst>
          </a:prstGeom>
          <a:solidFill>
            <a:srgbClr val="DCEBF7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5431536"/>
            <a:ext cx="1051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Old copy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719072" y="5431536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stays on Quasar — nothing is deleted; the new tar is an additional version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09360" y="146304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four-way gather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09360" y="178308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dataset is walked for up to four input lists, and -c widens each of them: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212848"/>
          <a:ext cx="54406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0690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Contents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Web / new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Web files with no backup record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Web / chg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Web files changed within ChangeDays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Saved / new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Saved files with no backup record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Saved / chg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Saved files changed within ChangeDays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6309360" y="4251960"/>
            <a:ext cx="5440680" cy="1051560"/>
          </a:xfrm>
          <a:prstGeom prst="roundRect">
            <a:avLst>
              <a:gd name="adj" fmla="val 6957"/>
            </a:avLst>
          </a:prstGeom>
          <a:solidFill>
            <a:srgbClr val="011837"/>
          </a:solidFill>
          <a:ln/>
        </p:spPr>
      </p:sp>
      <p:sp>
        <p:nvSpPr>
          <p:cNvPr id="22" name="Text 19"/>
          <p:cNvSpPr/>
          <p:nvPr/>
        </p:nvSpPr>
        <p:spPr>
          <a:xfrm>
            <a:off x="6537960" y="43891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Pick ChangeDays to match your run cadence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537960" y="468172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large window re-tars files that were already re-tarred on the previous run, burning tape for nothing. Roughly one gather interval plus a safety margin is the useful range.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309360" y="5486400"/>
            <a:ext cx="5440680" cy="566928"/>
          </a:xfrm>
          <a:prstGeom prst="roundRect">
            <a:avLst>
              <a:gd name="adj" fmla="val 1290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92240" y="548640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flags still apply.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group with backflag 'N' is skipped even for changed files.</a:t>
            </a:r>
            <a:endParaRPr lang="en-US" sz="1150" dirty="0"/>
          </a:p>
        </p:txBody>
      </p:sp>
      <p:pic>
        <p:nvPicPr>
          <p:cNvPr id="26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VERIFY &amp; REPORT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8 Integrity Check  •  -A 16 Statistics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3212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91640"/>
            <a:ext cx="457200" cy="457200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6916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8  —  does tape match the database?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Walks every bfile record with status 'A' for the selected datasets, asks the Quasar end point for the real file size, and compares it against the size recorded in GDEXDB.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3035808"/>
            <a:ext cx="512064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10" name="Text 8"/>
          <p:cNvSpPr/>
          <p:nvPr/>
        </p:nvSpPr>
        <p:spPr>
          <a:xfrm>
            <a:off x="813816" y="3035808"/>
            <a:ext cx="4864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8 -e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365760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DCEBF7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365760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sizes agree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103120" y="365760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 is left alone; the tape copy is trusted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5800" y="443484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DCEBF7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" y="443484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sizes differ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103120" y="443484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is reset 'A' → 'N' and the file is re-listed, re-tarred and re-sent on the next -A 3 / -A 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521208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DCEBF7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521208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5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missing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103120" y="521208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same reset — the backup is simply redone from the archive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309360" y="1463040"/>
            <a:ext cx="544068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32320" y="16916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16  —  how much is on tape?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22860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Reports, per dataset and as a grand total, what is already backed up and what is still waiting. No files are touched — it is a pure read of GDEXDB.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537960" y="2999232"/>
            <a:ext cx="502920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26" name="Text 24"/>
          <p:cNvSpPr/>
          <p:nvPr/>
        </p:nvSpPr>
        <p:spPr>
          <a:xfrm>
            <a:off x="6665976" y="299923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16 -E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3611880"/>
          <a:ext cx="50292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429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Section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What it shows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Backed up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file count and total size already on Quasar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Ready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count and size of files waiting to be backed up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Tar files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bfile records by status: N / T / A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Per dataset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one line each, with a summary row at the end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8" name="Shape 25"/>
          <p:cNvSpPr/>
          <p:nvPr/>
        </p:nvSpPr>
        <p:spPr>
          <a:xfrm>
            <a:off x="6537960" y="5230368"/>
            <a:ext cx="5029200" cy="566928"/>
          </a:xfrm>
          <a:prstGeom prst="roundRect">
            <a:avLst>
              <a:gd name="adj" fmla="val 1290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720840" y="5230368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Pair with -e or -E.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Statistics are most useful mailed to the specialist.</a:t>
            </a:r>
            <a:endParaRPr lang="en-US" sz="1150" dirty="0"/>
          </a:p>
        </p:txBody>
      </p:sp>
      <p:pic>
        <p:nvPicPr>
          <p:cNvPr id="3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 PBS  —  Running as a Batch Job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Backing up the whole archive is far too big for a login session. -d turns the run into a delayed job: dsquasar writes a dscheck record and exits, and the dscheck daemon submits it to PBS when a slot is free.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1129284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2103120"/>
            <a:ext cx="11036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3 -e -b -d PBS            # the usual cron line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2816352"/>
            <a:ext cx="402336" cy="402336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" y="2816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70432" y="27432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Cron fires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880360" y="27432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-a -A 3 -e -b -d PBS runs on the login host, in background mode.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364992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" y="3438144"/>
            <a:ext cx="402336" cy="402336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3438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3364992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Size the job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880360" y="336499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detail file count is turned into a cpu count, and PBS qoptions are written:</a:t>
            </a:r>
            <a:endParaRPr lang="en-US" sz="10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walltime + select=1:ncpus=N:mem=Ngb.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986784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" y="4059936"/>
            <a:ext cx="402336" cy="402336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" y="4059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70432" y="3986784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 record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880360" y="3986784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record is inserted keyed on command + specialist + argv + workdir. The argv is left unchanged, so the next identical cron line is recognised as a duplicate and blocks.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4608576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621792" y="4681728"/>
            <a:ext cx="402336" cy="402336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4" name="Text 22"/>
          <p:cNvSpPr/>
          <p:nvPr/>
        </p:nvSpPr>
        <p:spPr>
          <a:xfrm>
            <a:off x="621792" y="4681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70432" y="4608576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Daemon submits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880360" y="4608576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 picks the record up, submits to PBS, and dsquasar re-runs there — reading its process count back from the reserved ncpus.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5230368"/>
            <a:ext cx="11292840" cy="548640"/>
          </a:xfrm>
          <a:prstGeom prst="roundRect">
            <a:avLst>
              <a:gd name="adj" fmla="val 11667"/>
            </a:avLst>
          </a:prstGeom>
          <a:solidFill>
            <a:srgbClr val="DCEBF7"/>
          </a:solidFill>
          <a:ln/>
        </p:spPr>
      </p:sp>
      <p:sp>
        <p:nvSpPr>
          <p:cNvPr id="28" name="Shape 26"/>
          <p:cNvSpPr/>
          <p:nvPr/>
        </p:nvSpPr>
        <p:spPr>
          <a:xfrm>
            <a:off x="621792" y="5303520"/>
            <a:ext cx="402336" cy="402336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" y="5303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170432" y="523036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Retry on failure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2880360" y="523036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TRYLMTS['dsquasar'] = 3: a failed run is resubmitted up to three times before the record is reported as failed.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5897880"/>
            <a:ext cx="11292840" cy="502920"/>
          </a:xfrm>
          <a:prstGeom prst="roundRect">
            <a:avLst>
              <a:gd name="adj" fmla="val 14545"/>
            </a:avLst>
          </a:prstGeom>
          <a:solidFill>
            <a:srgbClr val="011837"/>
          </a:solidFill>
          <a:ln/>
        </p:spPr>
      </p:sp>
      <p:sp>
        <p:nvSpPr>
          <p:cNvPr id="33" name="Text 31"/>
          <p:cNvSpPr/>
          <p:nvPr/>
        </p:nvSpPr>
        <p:spPr>
          <a:xfrm>
            <a:off x="658368" y="58978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 takes optional HostName and TryCount.  </a:t>
            </a:r>
            <a:pPr indent="0" marL="0"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 PBS is the normal form; a bare -d uses the configured default batch host.</a:t>
            </a:r>
            <a:endParaRPr lang="en-US" sz="115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PARALLELISM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Many CPUs Does the Job Ask For?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Tarring and uploading have very different shapes, so they are sized independently and the larger request wins — the phases run one after the other inside a single PBS allocation, sharing one ncpus.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55321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2860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Tarring   (-A 2, -A 3)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606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child per tar file — many small, cheap units.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2926080"/>
            <a:ext cx="5120640" cy="685800"/>
          </a:xfrm>
          <a:prstGeom prst="roundRect">
            <a:avLst>
              <a:gd name="adj" fmla="val 6667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2926080"/>
            <a:ext cx="4864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MPTLIMIT = 200   tar files per process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MPTMAX   =  12   process ceiling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85800" y="37033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small divisor with a high cap: lots of tar work should spread wide.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2148840"/>
            <a:ext cx="54406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2286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Uploading   (-A 4)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606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child per 90 GB batch — few large, network-bound units.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37960" y="2926080"/>
            <a:ext cx="5029200" cy="685800"/>
          </a:xfrm>
          <a:prstGeom prst="roundRect">
            <a:avLst>
              <a:gd name="adj" fmla="val 6667"/>
            </a:avLst>
          </a:prstGeom>
          <a:solidFill>
            <a:srgbClr val="011837"/>
          </a:solidFill>
          <a:ln/>
        </p:spPr>
      </p:sp>
      <p:sp>
        <p:nvSpPr>
          <p:cNvPr id="15" name="Text 13"/>
          <p:cNvSpPr/>
          <p:nvPr/>
        </p:nvSpPr>
        <p:spPr>
          <a:xfrm>
            <a:off x="6665976" y="2926080"/>
            <a:ext cx="47731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MPBLIMIT = 900   tar files per process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MPBMAX   =   4   process ceiling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37960" y="37033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large divisor with a low cap: more Globus streams do not move more bytes.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57200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Why the two sets of numbers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4892040"/>
            <a:ext cx="11292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Both phases once shared a single limit. Tarring came out under-provisioned while uploading reserved cpus it could never use — cpus that PBS charges for and that other jobs then cannot have. Splitting the constants fixed both ends.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5486400"/>
            <a:ext cx="1129284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5486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-m sets the count by hand.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Interactively it is whatever you pass (default 1). In delay mode the count travels through the reserved PBS ncpus instead of the command line, so -m on a -d run is ignored.</a:t>
            </a:r>
            <a:endParaRPr lang="en-US" sz="1150" dirty="0"/>
          </a:p>
        </p:txBody>
      </p:sp>
      <p:pic>
        <p:nvPicPr>
          <p:cNvPr id="21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WALLTIME GUARD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Stopping Cleanly Before PBS Kills the Job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81328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queue gives the job 24 hours. A tar file killed halfway through leaves a partial file on disk and a bfile record that claims work is in progress. So dsquasar watches the clock itself.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10515600" cy="384048"/>
          </a:xfrm>
          <a:prstGeom prst="roundRect">
            <a:avLst>
              <a:gd name="adj" fmla="val 19048"/>
            </a:avLst>
          </a:prstGeom>
          <a:solidFill>
            <a:srgbClr val="0B2A63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514600"/>
            <a:ext cx="10077450" cy="384048"/>
          </a:xfrm>
          <a:prstGeom prst="roundRect">
            <a:avLst>
              <a:gd name="adj" fmla="val 19048"/>
            </a:avLst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14600"/>
            <a:ext cx="100774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accepted   —   0 h to 23 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00410" y="2496312"/>
            <a:ext cx="43815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wind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07745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h  MAXRUNTIME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51560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h  walltime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32461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2461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Before each unit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337560" y="32461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remaining time is compared against what the next tar file or transfer batch is expected to need.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" y="39319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39319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 23 hours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337560" y="39319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new unit is started. Children already running are waited on so nothing is truncated.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" y="46177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46177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email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337560" y="46177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specialist is mailed what finished and what is still outstanding, so the next run is not a surprise.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22960" y="5303520"/>
            <a:ext cx="10515600" cy="621792"/>
          </a:xfrm>
          <a:prstGeom prst="roundRect">
            <a:avLst>
              <a:gd name="adj" fmla="val 10294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530352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 kept open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337560" y="5303520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Untarred bfile records stay at 'N' and untransferred ones at 'T'. The next scheduled run simply resumes.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" y="600760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7999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guard only runs inside a real batch job; a foreground run is left to the operator.</a:t>
            </a:r>
            <a:endParaRPr lang="en-US" sz="1100" dirty="0"/>
          </a:p>
        </p:txBody>
      </p:sp>
      <p:pic>
        <p:nvPicPr>
          <p:cNvPr id="25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7999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7999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WORKER SLOTS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-W / -w  —  When One Batch Job Hangs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11292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-A 3 gather runs from cron several times a day, so a crashed job restarts quickly — dead locks are taken over and dscheck retries. The gap was a job that is alive but making no progress: it holds the duplicate key and every later cron line simply blocks.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Stall test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repeat submit inspects the running job. Both conditions must hold: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788920"/>
            <a:ext cx="5532120" cy="731520"/>
          </a:xfrm>
          <a:prstGeom prst="roundRect">
            <a:avLst>
              <a:gd name="adj" fmla="val 6250"/>
            </a:avLst>
          </a:prstGeom>
          <a:solidFill>
            <a:srgbClr val="011837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2788920"/>
            <a:ext cx="52760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  &gt;  WORKGRACE  (6 hours)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dcount / fcount  &lt;=  MINWDONE  (1 %)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657600"/>
            <a:ext cx="5532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hours in with under one percent of its recorded work done, the job is treated as stalled and an extra worker is submitted alongside it — up to -W MaxWorkers, default 2.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434340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11" name="Text 9"/>
          <p:cNvSpPr/>
          <p:nvPr/>
        </p:nvSpPr>
        <p:spPr>
          <a:xfrm>
            <a:off x="585216" y="4343400"/>
            <a:ext cx="5276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3 -b -d PBS -W 2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4956048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956048"/>
            <a:ext cx="5166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Pinned to a single worker when locking is off.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Extra workers rely on dataset locks to stay off each other's files, so -l N and the transfer actions (-A 4, 6, 7) always run one worker.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214884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Slot numbering and direction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09360" y="2468880"/>
            <a:ext cx="5440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-w N is appended to the extra worker's own command line. Since argv is the only differing key field, that gives it a dscheck record of its own instead of colliding with slot 1.</a:t>
            </a:r>
            <a:endParaRPr lang="en-US" sz="11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3127248"/>
          <a:ext cx="54406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206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Slot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Behaviour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slot 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plain argv — repeat cron still blocks as a duplicate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odd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walks datasets in ascending dsid order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even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walks datasets descending, from d999999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6309360" y="4709160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pair of workers therefore meets in the middle rather than fighting over the same dataset lock from the same end of the list.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309360" y="5230368"/>
            <a:ext cx="5440680" cy="777240"/>
          </a:xfrm>
          <a:prstGeom prst="roundRect">
            <a:avLst>
              <a:gd name="adj" fmla="val 9412"/>
            </a:avLst>
          </a:prstGeom>
          <a:solidFill>
            <a:srgbClr val="011837"/>
          </a:solidFill>
          <a:ln/>
        </p:spPr>
      </p:sp>
      <p:sp>
        <p:nvSpPr>
          <p:cNvPr id="19" name="Text 16"/>
          <p:cNvSpPr/>
          <p:nvPr/>
        </p:nvSpPr>
        <p:spPr>
          <a:xfrm>
            <a:off x="6492240" y="5230368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a fix for one huge dataset.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are per dataset, so a second worker cannot help inside the dataset that is actually stuck.</a:t>
            </a:r>
            <a:endParaRPr lang="en-US" sz="1100" dirty="0"/>
          </a:p>
        </p:txBody>
      </p:sp>
      <p:pic>
        <p:nvPicPr>
          <p:cNvPr id="2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Keeping Two Runs Off the Same Files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11292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mutual exclusion in dsquasar is a dataset lock — a pid and host stamped on the dataset record, claimed atomically and taken over automatically when the owning process is dead. There is no lock at the tar-file level.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0057C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Lock, then work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9260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dataset is locked before its files are gathered or its tars are built, and unlocked as soon as that dataset is finished.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00984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092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00984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3483864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 under the lock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483864" y="29260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is listed before the lock is held, so the list can be hours old. Each candidate is re-read under the lock — still status 'N'? — before a tar is spent on it.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44768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44768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0097A7"/>
          </a:solidFill>
          <a:ln/>
        </p:spPr>
      </p:sp>
      <p:sp>
        <p:nvSpPr>
          <p:cNvPr id="15" name="Text 13"/>
          <p:cNvSpPr/>
          <p:nvPr/>
        </p:nvSpPr>
        <p:spPr>
          <a:xfrm>
            <a:off x="6327648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Multi-dataset tars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327648" y="29260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tar file may hold files from many datasets. All of them are locked before tarring and released once the tar is dispatched; if any is held elsewhere, the tar waits for a later run.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88552" y="2103120"/>
            <a:ext cx="2734056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C25E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988552" y="2103120"/>
            <a:ext cx="2734056" cy="91440"/>
          </a:xfrm>
          <a:prstGeom prst="roundRect">
            <a:avLst>
              <a:gd name="adj" fmla="val 30000"/>
            </a:avLst>
          </a:prstGeom>
          <a:solidFill>
            <a:srgbClr val="C25E00"/>
          </a:solidFill>
          <a:ln/>
        </p:spPr>
      </p:sp>
      <p:sp>
        <p:nvSpPr>
          <p:cNvPr id="19" name="Text 17"/>
          <p:cNvSpPr/>
          <p:nvPr/>
        </p:nvSpPr>
        <p:spPr>
          <a:xfrm>
            <a:off x="9171432" y="2331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names are safe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71432" y="29260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predicted bid is only a guess. The insert uses AUTOID and the tar is renamed if the database hands back a different id.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Operator controls</a:t>
            </a:r>
            <a:endParaRPr lang="en-US" sz="1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956048"/>
          <a:ext cx="11292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921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Option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Effect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 Y | -l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Lock datasets before backing them up. Y is the default; N skips locking entirely and forces a single worker.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Clean up backup locks left behind on the named datasets. Dataset IDs are required — not valid with -a.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457200" y="6126480"/>
            <a:ext cx="11292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left by a killed process are reclaimed automatically; -u is for the cases where you want them gone now.</a:t>
            </a:r>
            <a:endParaRPr lang="en-US" sz="1100" dirty="0"/>
          </a:p>
        </p:txBody>
      </p:sp>
      <p:pic>
        <p:nvPicPr>
          <p:cNvPr id="2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-e / -E  —  Mail to the Specialist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batch run leaves no one watching the screen, so dsquasar mails the outcome to the dataset specialist. Two levels of detail.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1214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2121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26517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Totals only: how many files and bytes were backed up, and how much is still waiting.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9659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DCEBF7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64808" y="21214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60920" y="2121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64808" y="26517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totals plus a per-dataset breakdown — which datasets moved, which are still behind.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56616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Typical summary mail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3913632"/>
            <a:ext cx="11292840" cy="1691640"/>
          </a:xfrm>
          <a:prstGeom prst="roundRect">
            <a:avLst>
              <a:gd name="adj" fmla="val 2703"/>
            </a:avLst>
          </a:prstGeom>
          <a:solidFill>
            <a:srgbClr val="011837"/>
          </a:solidFill>
          <a:ln/>
        </p:spPr>
      </p:sp>
      <p:sp>
        <p:nvSpPr>
          <p:cNvPr id="15" name="Text 13"/>
          <p:cNvSpPr/>
          <p:nvPr/>
        </p:nvSpPr>
        <p:spPr>
          <a:xfrm>
            <a:off x="585216" y="3913632"/>
            <a:ext cx="1103680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Subject: dsquasar backup statistics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Backed up : 148,392 files   612.4 GB   in 128 tar files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Ready     :  22,105 files    91.7 GB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 files : N = 18   T = 6   A = 128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d123456   12,004 files   58.2 GB  backed up      2,110 files ready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d999001    1,338 files    9.9 GB  backed up          0 files ready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5742432"/>
            <a:ext cx="1129284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574243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walltime guard mails too.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batch job that stops at 23 hours sends a progress note listing what finished and what is left, so an incomplete run is visible rather than silent.</a:t>
            </a:r>
            <a:endParaRPr lang="en-US" sz="1150" dirty="0"/>
          </a:p>
        </p:txBody>
      </p:sp>
      <p:pic>
        <p:nvPicPr>
          <p:cNvPr id="18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 Reference</a:t>
            </a:r>
            <a:endParaRPr lang="en-US" sz="3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5321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297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Selection &amp; scope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all datasets with a backup flag set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 ids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named datasets; SQL % wildcard allowed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end point only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and Drdata end points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 bits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actions: 1 2 3 4 6 7 8 16 (default 3)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 days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with -A 1, re-back up recently changed files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 / -E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mail summary / detailed statistics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417320"/>
          <a:ext cx="54406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206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 control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background mode, no screen output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 [h] [n]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delay mode: submit as a PBS batch job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concurrent child processes (default 1)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 Y |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lock datasets before backing up (default Y)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show available file counts only, do nothing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max concurrent batch workers (default 2)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 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worker slot; set automatically, not by hand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clean up backup locks on the named datasets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display the help document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Either -a or -t is required — without one, dsquasar prints its usage and exits. -B and -D are mutually exclusive; giving neither backs up to both end points.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457200" y="53035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lines that cover most days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457200" y="5623560"/>
            <a:ext cx="11292840" cy="777240"/>
          </a:xfrm>
          <a:prstGeom prst="roundRect">
            <a:avLst>
              <a:gd name="adj" fmla="val 5882"/>
            </a:avLst>
          </a:prstGeom>
          <a:solidFill>
            <a:srgbClr val="011837"/>
          </a:solidFill>
          <a:ln/>
        </p:spPr>
      </p:sp>
      <p:sp>
        <p:nvSpPr>
          <p:cNvPr id="9" name="Text 5"/>
          <p:cNvSpPr/>
          <p:nvPr/>
        </p:nvSpPr>
        <p:spPr>
          <a:xfrm>
            <a:off x="585216" y="5623560"/>
            <a:ext cx="11036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-a -A 3 -e -b -d PBS     dsquasar -t d123456 -A 4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d123456 -n            dsquasar -a -A 16 -e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-t d123456 -A 1 -c 30    dsquasar -t d123456 -u</a:t>
            </a:r>
            <a:endParaRPr lang="en-US" sz="1150" dirty="0"/>
          </a:p>
        </p:txBody>
      </p:sp>
      <p:pic>
        <p:nvPicPr>
          <p:cNvPr id="1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Things Live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44752"/>
            <a:ext cx="11292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always runs from the Quasar backup work directory — it changes there itself, so it can be launched from anywhere.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11292840" cy="457200"/>
          </a:xfrm>
          <a:prstGeom prst="roundRect">
            <a:avLst>
              <a:gd name="adj" fmla="val 10000"/>
            </a:avLst>
          </a:prstGeom>
          <a:solidFill>
            <a:srgbClr val="011837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1874520"/>
            <a:ext cx="11036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$GDEXWORK/$COMMONUSER/quasar_backup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5532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429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Work directory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Contents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7C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&lt;dsid&gt;_&lt;t&gt;_&lt;bid&gt;.txt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dsarch input list, one per type per tar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&lt;dsid&gt;_sn..._fn....tar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the built tar, deleted after transfer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dsquasar.log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run log — first place to look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57C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dscheck record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batch state, retries and progress counts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514600"/>
          <a:ext cx="544068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3291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Globus &amp; paths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Role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gdex-glade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source end point (archive on disk)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Backup copy on tape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gdex-quasar-drdata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disaster-recovery 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/data/...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Web file staging path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/decsdata/...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Saved file staging path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57200" y="46177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Related console commands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457200" y="4983480"/>
            <a:ext cx="3703320" cy="914400"/>
          </a:xfrm>
          <a:prstGeom prst="roundRect">
            <a:avLst>
              <a:gd name="adj" fmla="val 8000"/>
            </a:avLst>
          </a:prstGeom>
          <a:solidFill>
            <a:srgbClr val="DCEBF7"/>
          </a:solidFill>
          <a:ln w="15240">
            <a:solidFill>
              <a:srgbClr val="0057C2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510235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40080" y="54132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 up GDEX archives onto the Quasar end points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251960" y="4983480"/>
            <a:ext cx="3703320" cy="914400"/>
          </a:xfrm>
          <a:prstGeom prst="roundRect">
            <a:avLst>
              <a:gd name="adj" fmla="val 8000"/>
            </a:avLst>
          </a:prstGeom>
          <a:solidFill>
            <a:srgbClr val="DCEBF7"/>
          </a:solidFill>
          <a:ln w="15240">
            <a:solidFill>
              <a:srgbClr val="0092D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434840" y="510235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2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tacctar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434840" y="54132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tar files for the TACC copy of the archive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046720" y="4983480"/>
            <a:ext cx="3703320" cy="914400"/>
          </a:xfrm>
          <a:prstGeom prst="roundRect">
            <a:avLst>
              <a:gd name="adj" fmla="val 8000"/>
            </a:avLst>
          </a:prstGeom>
          <a:solidFill>
            <a:srgbClr val="DCEBF7"/>
          </a:solidFill>
          <a:ln w="15240">
            <a:solidFill>
              <a:srgbClr val="0097A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29600" y="510235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taccrec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8229600" y="54132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 files from the TACC copy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457200" y="6016752"/>
            <a:ext cx="11292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three are installed by the rda_python_dsquasar package and share the rda_python_common configuration.</a:t>
            </a:r>
            <a:endParaRPr lang="en-US" sz="1100" dirty="0"/>
          </a:p>
        </p:txBody>
      </p:sp>
      <p:pic>
        <p:nvPicPr>
          <p:cNvPr id="2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TROUBLESHOOTING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Something Looks Wrong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44475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4447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gathered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794760" y="144475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dataset or group backflag is not set, or the group flag is 'N'. Confirm with  dsquasar -t &lt;dsid&gt; -n  before digging further.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7627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17627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92DB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217627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repeat submit does nothing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794760" y="21762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 is the duplicate check working — an identical command is already queued or running. Check the dscheck record before forcing anything.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90779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290779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97A7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290779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 stuck at 'N'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794760" y="290779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Tarring never reached them: the run hit the 23-hour guard, or the dataset was locked by another worker. Both resolve on the next run.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3931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363931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C25E00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6393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 stuck at 'T'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794760" y="363931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tar was built but not transferred. Run  -A 4  for that dataset. If the local tar is gone, the record is reset to 'N' and rebuilt.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37083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437083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57C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37083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Sizes disagree with tape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794760" y="437083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 -A 8  — mismatched records are reset to 'N' and redone from the archive on the next gather.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5102352"/>
            <a:ext cx="11292840" cy="658368"/>
          </a:xfrm>
          <a:prstGeom prst="roundRect">
            <a:avLst>
              <a:gd name="adj" fmla="val 9722"/>
            </a:avLst>
          </a:prstGeom>
          <a:solidFill>
            <a:srgbClr val="DC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" y="5102352"/>
            <a:ext cx="82296" cy="658368"/>
          </a:xfrm>
          <a:prstGeom prst="roundRect">
            <a:avLst>
              <a:gd name="adj" fmla="val 22222"/>
            </a:avLst>
          </a:prstGeom>
          <a:solidFill>
            <a:srgbClr val="0092DB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51023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left on a dataset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794760" y="510235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Locks held by a dead process are taken over automatically. To clear them now:  dsquasar -t &lt;dsid&gt; -u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852160"/>
            <a:ext cx="11292840" cy="502920"/>
          </a:xfrm>
          <a:prstGeom prst="roundRect">
            <a:avLst>
              <a:gd name="adj" fmla="val 14545"/>
            </a:avLst>
          </a:prstGeom>
          <a:solidFill>
            <a:srgbClr val="011837"/>
          </a:solidFill>
          <a:ln/>
        </p:spPr>
      </p:sp>
      <p:sp>
        <p:nvSpPr>
          <p:cNvPr id="29" name="Text 27"/>
          <p:cNvSpPr/>
          <p:nvPr/>
        </p:nvSpPr>
        <p:spPr>
          <a:xfrm>
            <a:off x="658368" y="585216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C0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Statuses only ever move forward on success.  </a:t>
            </a:r>
            <a:pPr indent="0" marL="0"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backwards step — T→N, A→N — is deliberate, and just means the work is queued to be done again.</a:t>
            </a:r>
            <a:endParaRPr lang="en-US" sz="1150" dirty="0"/>
          </a:p>
        </p:txBody>
      </p:sp>
      <p:pic>
        <p:nvPicPr>
          <p:cNvPr id="30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Getting Data Back Off Tape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92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Backing up is only half the point. Because every tar is recorded in GDEXDB with the datasets and files it contains, recovery is a lookup rather than a search of the tape.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057400"/>
            <a:ext cx="553212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0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21284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Restore through dsarch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54203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writes the backup; dsarch reads it back. The -RQ action pulls a tar from Quasar and unpacks the requested files.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3154680"/>
            <a:ext cx="5120640" cy="502920"/>
          </a:xfrm>
          <a:prstGeom prst="roundRect">
            <a:avLst>
              <a:gd name="adj" fmla="val 9091"/>
            </a:avLst>
          </a:prstGeom>
          <a:solidFill>
            <a:srgbClr val="011837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" y="315468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97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dsarch &lt;dsid&gt; -RQ ...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37490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bfile record supplies the tar name, the end point and the path, so the operator does not have to know where on tape the file sits.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2057400"/>
            <a:ext cx="544068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097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22128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independent copies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54203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tar goes to both end points by default. Drdata is written first, so a run interrupted midway still leaves the disaster-recovery copy complete.</a:t>
            </a:r>
            <a:endParaRPr lang="en-US" sz="11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3154680"/>
          <a:ext cx="50292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 point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7A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primary Backup 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97A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gdex-quasar-drdata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357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disaster-recovery copy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9D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7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457200" y="46177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TACC utilities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57200" y="4956048"/>
            <a:ext cx="11292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package ships tacctar and taccrec for the separate TACC copy of the archive: tacctar builds the tar files, taccrec recovers from them. They follow the same tar-then-transfer shape but talk to the TACC servers rather than the Quasar Globus end points.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5669280"/>
            <a:ext cx="11292840" cy="548640"/>
          </a:xfrm>
          <a:prstGeom prst="roundRect">
            <a:avLst>
              <a:gd name="adj" fmla="val 13333"/>
            </a:avLst>
          </a:prstGeom>
          <a:solidFill>
            <a:srgbClr val="C7E4F5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8368" y="5669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Verify before you need it.  </a:t>
            </a:r>
            <a:pPr indent="0" marL="0">
              <a:buNone/>
            </a:pPr>
            <a:r>
              <a:rPr lang="en-US" sz="1150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scheduled  -A 8  run is what turns “we have backups” into “we have backups that match the archive”.</a:t>
            </a:r>
            <a:endParaRPr lang="en-US" sz="1150" dirty="0"/>
          </a:p>
        </p:txBody>
      </p:sp>
      <p:pic>
        <p:nvPicPr>
          <p:cNvPr id="19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WRAP 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5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Six Things Worth Remembering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682496"/>
            <a:ext cx="420624" cy="420624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682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07008" y="162763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Flags decide, not you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207008" y="20299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Backup flags on the dataset and group records choose what is gathered. -t narrows the run; it does not override a flag.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63640" y="1463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64808" y="1682496"/>
            <a:ext cx="420624" cy="420624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11" name="Text 9"/>
          <p:cNvSpPr/>
          <p:nvPr/>
        </p:nvSpPr>
        <p:spPr>
          <a:xfrm>
            <a:off x="6464808" y="1682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013448" y="162763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-A 3 is the working default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013448" y="20299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the input lists and build the tars in one pass. -A 4 ships them. -A 7 does both.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3191256"/>
            <a:ext cx="420624" cy="420624"/>
          </a:xfrm>
          <a:prstGeom prst="ellipse">
            <a:avLst/>
          </a:prstGeom>
          <a:solidFill>
            <a:srgbClr val="0097A7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3191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07008" y="313639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9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is the whole story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207008" y="35387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 listed, T tarred, A archived. Backwards moves are deliberate and simply requeue the work.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63640" y="297180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64808" y="3191256"/>
            <a:ext cx="420624" cy="420624"/>
          </a:xfrm>
          <a:prstGeom prst="ellipse">
            <a:avLst/>
          </a:prstGeom>
          <a:solidFill>
            <a:srgbClr val="C25E00"/>
          </a:solidFill>
          <a:ln/>
        </p:spPr>
      </p:sp>
      <p:sp>
        <p:nvSpPr>
          <p:cNvPr id="21" name="Text 19"/>
          <p:cNvSpPr/>
          <p:nvPr/>
        </p:nvSpPr>
        <p:spPr>
          <a:xfrm>
            <a:off x="6464808" y="3191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013448" y="313639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25E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 size is the economics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013448" y="35387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GB target tars batched into 90 GB transfers is what makes tape and Globus efficient.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4805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" y="4700016"/>
            <a:ext cx="420624" cy="420624"/>
          </a:xfrm>
          <a:prstGeom prst="ellipse">
            <a:avLst/>
          </a:prstGeom>
          <a:solidFill>
            <a:srgbClr val="0057C2"/>
          </a:solidFill>
          <a:ln/>
        </p:spPr>
      </p:sp>
      <p:sp>
        <p:nvSpPr>
          <p:cNvPr id="26" name="Text 24"/>
          <p:cNvSpPr/>
          <p:nvPr/>
        </p:nvSpPr>
        <p:spPr>
          <a:xfrm>
            <a:off x="658368" y="4700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07008" y="464515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57C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dataset lock is the only lock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207008" y="504748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Everything about concurrency — workers, re-checks, multi-dataset tars — is built on it.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448056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A9D6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64808" y="4700016"/>
            <a:ext cx="420624" cy="420624"/>
          </a:xfrm>
          <a:prstGeom prst="ellipse">
            <a:avLst/>
          </a:prstGeom>
          <a:solidFill>
            <a:srgbClr val="0092DB"/>
          </a:solidFill>
          <a:ln/>
        </p:spPr>
      </p:sp>
      <p:sp>
        <p:nvSpPr>
          <p:cNvPr id="31" name="Text 29"/>
          <p:cNvSpPr/>
          <p:nvPr/>
        </p:nvSpPr>
        <p:spPr>
          <a:xfrm>
            <a:off x="6464808" y="4700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013448" y="464515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92D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Nothing is lost by stopping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7013448" y="504748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23-hour guard, the retry limit and the resumable statuses mean an interrupted run just continues later.</a:t>
            </a:r>
            <a:endParaRPr lang="en-US" sz="1100" dirty="0"/>
          </a:p>
        </p:txBody>
      </p:sp>
      <p:pic>
        <p:nvPicPr>
          <p:cNvPr id="34" name="Image 0" descr="nsf_ncar_logo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274320"/>
            <a:ext cx="1874520" cy="512064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•  Quasar Backup Guide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118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sf_ncar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2560320" cy="704088"/>
          </a:xfrm>
          <a:prstGeom prst="rect">
            <a:avLst/>
          </a:prstGeom>
        </p:spPr>
      </p:pic>
      <p:pic>
        <p:nvPicPr>
          <p:cNvPr id="3" name="Image 1" descr="gdex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640080"/>
            <a:ext cx="1737360" cy="87782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22860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Questions?</a:t>
            </a:r>
            <a:endParaRPr lang="en-US" sz="6600" dirty="0"/>
          </a:p>
        </p:txBody>
      </p:sp>
      <p:sp>
        <p:nvSpPr>
          <p:cNvPr id="5" name="Text 1"/>
          <p:cNvSpPr/>
          <p:nvPr/>
        </p:nvSpPr>
        <p:spPr>
          <a:xfrm>
            <a:off x="658368" y="3520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dsquasar  —  Backing Up the GDEX Archive onto Quasar</a:t>
            </a:r>
            <a:endParaRPr lang="en-US" sz="2000" dirty="0"/>
          </a:p>
        </p:txBody>
      </p:sp>
      <p:sp>
        <p:nvSpPr>
          <p:cNvPr id="6" name="Text 2"/>
          <p:cNvSpPr/>
          <p:nvPr/>
        </p:nvSpPr>
        <p:spPr>
          <a:xfrm>
            <a:off x="65836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2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dsquasar -h        for the full help document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658368" y="5120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Zaihua Ji</a:t>
            </a:r>
            <a:pPr indent="0" marL="0">
              <a:buNone/>
            </a:pPr>
            <a:r>
              <a:rPr lang="en-US" sz="14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zji@ucar.edu   •   github.com/NCAR/rda-python-dsquasar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2026-08-10T19:18:13Z</dcterms:created>
  <dcterms:modified xsi:type="dcterms:W3CDTF">2026-08-10T19:18:13Z</dcterms:modified>
</cp:coreProperties>
</file>