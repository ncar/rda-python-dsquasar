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files never backed up, bundles them into large tar files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tars at once to the Quasar end points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13632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set, and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yet, and is picked up automatically.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gets a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its pending records behind.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218688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700016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700016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never redoes finished work.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that one field is the switch, nothing else enrolls a dataset.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50208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its own flag is applied group by group —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'P'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inherits,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excludes.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754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754880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the flag in the web config tool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
</a:t>
            </a:r>
            <a:pPr indent="0" marL="0">
              <a:lnSpc>
                <a:spcPct val="115000"/>
              </a:lnSpc>
              <a:buNone/>
            </a:pPr>
            <a:r>
              <a:rPr lang="en-US" sz="11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under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override: 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one copy; neither means both.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204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544568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636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001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Drdata first, then Backup; both must succeed before the local tar is deleted.</a:t>
            </a:r>
            <a:endParaRPr lang="en-US" sz="110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879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1879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431536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4315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per type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when big enough; add the bfile record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'T' records, accumulating tars until the batch hits 90 GB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it to 'N'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first, then Backup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to status 'A'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38528"/>
            <a:ext cx="553212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36118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calls dsglobus with the whole list, so a batch costs one request, not eighteen.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330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Re-Backing Up Files That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re-processed year. The tape copy is then stale. -c looks past the “never backed up” test and picks up files whose GDEXDB record changed recently.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547872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still waiting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plus a summary row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44068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0585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MAXRUNTIME  23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PBS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may hold files from many datasets. All are locked before tarring and released once it is dispatched; if any is held elsewhere, the tar waits.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returns a different id.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5961888"/>
            <a:ext cx="11292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ship with rda_python_dsquasar.   Backup flags are edited at </a:t>
            </a:r>
            <a:pPr indent="0" marL="0">
              <a:buNone/>
            </a:pPr>
            <a:r>
              <a:rPr lang="en-US" sz="11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set. Check with  dsquasar -t &lt;dsid&gt; -n  first.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duplicate check working: an identical command is already queued or running.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 — the 23-hour guard, or the dataset was locked. Resolves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but not transferred. Run  -A 4 . If the local tar is gone the record resets to 'N'.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reset to 'N' and are redone from the archive.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Dead-process locks are taken over automatically. To clear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an interrupted run still leaves the DR copy complete.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27248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2026-08-10T19:53:47Z</dcterms:created>
  <dcterms:modified xsi:type="dcterms:W3CDTF">2026-08-10T19:53:47Z</dcterms:modified>
</cp:coreProperties>
</file>