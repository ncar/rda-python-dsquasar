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&amp; uploads through  dsarch -AQ  •  scheduled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Web and Saved files that have never been backed up, groups them into large tar files, and ships those to the NCAR Quasar Globus end points through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-AQ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say what to back up.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 and is picked up automatically.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file gets a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the pending records for the next run.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-AQ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82880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</a:t>
            </a:r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</a:t>
            </a:r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328416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328416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in the background,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919472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a command never re-backs up work that already succeeded.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win.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any top-level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carries its own flag, dsquasar walks the dataset group by group and applies each group's flag; groups flagged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skipped. A dataset with no group flags is treated as one unit.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5029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507492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Command-line override: 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just that copy — they are mutually exclusive, and giving neither works on both.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1" name="Text 8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537960" y="358444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66560" y="36941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6656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8172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66560" y="5157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5623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the Drdata copy first, then the Backup copy; both must succeed before the local tar is deleted and the record is marked 'A'.</a:t>
            </a:r>
            <a:endParaRPr lang="en-US" sz="115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286000" y="33375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2062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108960" y="42062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919472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9194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08960" y="49194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5632704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6327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08960" y="56327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3093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5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 if they drifted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one per dataset and file type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once it is big enough and add the bfile placeholder record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status 'T' records and accumulate tars until the batch reaches 90 GB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that record to 'N' to be rebuilt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 the batch with one Globus request — Drdata first when the flag is 'D', then Backup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in the batch to status 'A'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520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request per batch instead of per tar keeps Globus queueing and per-transfer overhead down; each batch is also the unit of parallelism, so one child process handles one batch.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99632" y="411480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 FILES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  —  Re-Backing Up What Moved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re-generated grid, a re-processed year. The tape copy is then stale. -c tells dsquasar to look past the “never backed up” test and pick up files whose GDEXDB record changed recently.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611880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file count and total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of files waiting to be backed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with a summary row at the end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2303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230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7745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h  MAXRUNTIME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file may hold files from many datasets. All of them are locked before tarring and released once the tar is dispatched; if any is held elsewhere, the tar waits for a later run.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hands back a different id.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016752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are installed by the rda_python_dsquasar package and share the rda_python_common configuration.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set, or the group flag is 'N'. Confirm with  dsquasar -t &lt;dsid&gt; -n  before digging further.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the duplicate check working — an identical command is already queued or running. Check the dscheck record before forcing anything.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them: the run hit the 23-hour guard, or the dataset was locked by another worker. Both resolve on the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was built but not transferred. Run  -A 4  for that dataset. If the local tar is gone, the record is reset to 'N' and rebuilt.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are reset to 'N' and redone from the archive on the next gather.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held by a dead process are taken over automatically. To clear them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 run interrupted midway still leaves the disaster-recovery copy complete.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546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Flags decide, not you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 on the dataset and group records choose what is gathered. -t narrows the run;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     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2026-08-10T19:03:27Z</dcterms:created>
  <dcterms:modified xsi:type="dcterms:W3CDTF">2026-08-10T19:03:27Z</dcterms:modified>
</cp:coreProperties>
</file>