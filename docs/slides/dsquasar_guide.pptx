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files never backed up, bundles them into large tar files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tars at once to the Quasar end points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37560"/>
            <a:ext cx="109728" cy="26974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930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877056"/>
            <a:ext cx="4279392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86784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set;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yet, and is picked up automatically.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gets a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its pending records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7" name="Text 25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7" name="Text 35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console command: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backs up the whole GDEX archive onto the Quasar end points.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218688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700016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700016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never redoes finished work.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that one field is the switch, nothing else enrolls a dataset.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68496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flag is applied group by group.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498848"/>
            <a:ext cx="5532120" cy="1554480"/>
          </a:xfrm>
          <a:prstGeom prst="roundRect">
            <a:avLst>
              <a:gd name="adj" fmla="val 529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49884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Backup Flag in the web config tool   </a:t>
            </a:r>
            <a:pPr indent="0" marL="0">
              <a:lnSpc>
                <a:spcPct val="118000"/>
              </a:lnSpc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whole dataset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Group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one group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filter: 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limits a run to what is flagged that way; with neither, each dataset follows its own flag.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204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544568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636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001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Drdata first, then Backup; both must succeed before the local tar is deleted.</a:t>
            </a:r>
            <a:endParaRPr lang="en-US" sz="110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879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1879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431536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4315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per type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when big enough; add the bfile record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'T' records, accumulating tars until the batch hits 90 GB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it to 'N'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first, then Backup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to status 'A'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38528"/>
            <a:ext cx="553212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36118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calls dsglobus with the whole list, so a batch costs one request, not eighteen.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330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Re-Backing Up Files That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re-processed year. The tape copy is then stale. -c looks past the “never backed up” test and picks up files whose GDEXDB record changed recently.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547872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still waiting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plus a summary row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44068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0585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MAXRUNTIME  23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PBS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may hold files from many datasets. All are locked before tarring and released once it is dispatched; if any is held elsewhere, the tar waits.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returns a different id.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'B' (Backup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'D' (Backup + Drdata)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only narrow what a run processes; with neither, each dataset is backed up per its own backflag.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backup flags are set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5074920"/>
            <a:ext cx="11292840" cy="1051560"/>
          </a:xfrm>
          <a:prstGeom prst="roundRect">
            <a:avLst>
              <a:gd name="adj" fmla="val 6957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5074920"/>
            <a:ext cx="10835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ships with rda_python_dsquasar.   Backup flags are edited at </a:t>
            </a:r>
            <a:pPr indent="0" marL="0">
              <a:lnSpc>
                <a:spcPct val="110000"/>
              </a:lnSpc>
              <a:buNone/>
            </a:pPr>
            <a:r>
              <a:rPr lang="en-US" sz="13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300" dirty="0"/>
          </a:p>
        </p:txBody>
      </p:sp>
      <p:pic>
        <p:nvPicPr>
          <p:cNvPr id="12" name="Image 0" descr="nsf_ncar_logo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set. Check with  dsquasar -t &lt;dsid&gt; -n  first.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duplicate check working: an identical command is already queued or running.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 — the 23-hour guard, or the dataset was locked. Resolves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but not transferred. Run  -A 4 . If the local tar is gone the record resets to 'N'.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reset to 'N' and are redone from the archive.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Dead-process locks are taken over automatically. To clear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an interrupted run still leaves the DR copy complete.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27248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separate recovery tool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504748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extra to install: the same dsarch that stages files for the backup also reads them back. Point -RQ at a dataset and file, and it fetches the right tar from the right end point and unpacks only what you asked for.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2026-08-17T17:12:17Z</dcterms:created>
  <dcterms:modified xsi:type="dcterms:W3CDTF">2026-08-17T17:12:17Z</dcterms:modified>
</cp:coreProperties>
</file>